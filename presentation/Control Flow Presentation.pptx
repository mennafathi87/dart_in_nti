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4a84758f_1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94a84758f_1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94a84758f_1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94a84758f_1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94a84758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94a84758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94a84758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94a84758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94a84758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94a84758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94a84758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94a84758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4a84758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94a84758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94a84758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94a84758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4a84758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94a84758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94a84758f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94a84758f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94a84758f_1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94a84758f_1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94a84758f_1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94a84758f_1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94a84758f_1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94a84758f_1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94a84758f_1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94a84758f_1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94a84758f_1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94a84758f_1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94a84758f_1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94a84758f_1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اريد انشاء صفحة قصيرة لعنوان واسمى المحاضر ابراهيم حماده مسعد بالانجليزية 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professional and well-structured slide titled “Learning Objectives” for a lecture on Control Flow in Dart Programming.&#10;&#10;The slide should clearly communicate what learners are expected to understand and achieve by the end of the session.&#10;&#10;Include the following learning outcomes:&#10;&#10;Understand the concept of control flow and its role in programming.&#10;&#10;Explain how conditional statements control decision-making in Dart programs.&#10;&#10;Differentiate between if / else and switch statements and identify appropriate use cases for each.&#10;&#10;Understand how loops enable repetitive execution of code.&#10;&#10;Distinguish between for, while, and for-in loops and their practical applications.&#10;&#10;Apply control flow concepts to real-world programming scenarios.&#10;&#10;Footer or small text:&#10;&#10;Lecturer: Eng. Ibrahim Hamada Mosaad&#10;&#10;The visual style should be clean, academic, and suitable for computer science students, using icons or subtle graphics related to logic, decision-making, and iteration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 Is Control Flow?&#10;&#10;Prompt Text:&#10;&#10;Explain the concept of Control Flow in programming.&#10;Describe how control flow determines the order in which instructions are executed in a program.&#10;Emphasize that without control flow, programs would execute line by line with no decision-making ability.&#10;Connect control flow to real-life decision making (e.g., choosing actions based on conditions).&#10;&#10;Key Ideas to Highlight:&#10;&#10;Programs need to make decisions&#10;&#10;Programs need to repeat actions&#10;&#10;Control flow enables:&#10;&#10;Decision-making&#10;&#10;Repetition&#10;&#10;Logical branching&#10;&#10;Suggested Visual Idea:&#10;&#10;Flowchart showing:&#10;&#10;Start → Decision → Two paths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احذف كلمة Teaching Not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ditional Statements Overview&#10;&#10;Prompt Text:&#10;&#10;Introduce conditional statements as a way for programs to execute different blocks of code based on conditions.&#10;Explain that a condition is an expression that evaluates to either true or false.&#10;State that Dart uses conditional statements to control decision paths in an application.&#10;&#10;Key Concepts:&#10;&#10;Condition&#10;&#10;Boolean expressions&#10;&#10;True / False outcomes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f Statement – Conceptual Explanation&#10;&#10;Prompt Text:&#10;&#10;Explain the if statement as the simplest form of decision-making in Dart.&#10;Describe how the program executes a block of code only when a specified condition evaluates to true.&#10;Emphasize that if the condition is false, the block is skipped entirely.&#10;&#10;Key Ideas:&#10;&#10;Single decision path&#10;&#10;Condition must be boolean&#10;&#10;One possible action&#10;&#10;Suggested Visual:&#10;&#10;If condition → Execute block → Continu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f / else – Two-Way Decision&#10;&#10;Prompt Text:&#10;&#10;Explain the if / else structure as a two-way decision-making mechanism.&#10;Clarify that exactly one block of code will always be executed:&#10;either the if block or the else block.&#10;Use a real-life analogy such as “If it is raining, take an umbrella; otherwise, do not.”&#10;&#10;Key Ideas:&#10;&#10;Mutual exclusivity&#10;&#10;Guaranteed execution of one branch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se if – Multiple Conditions&#10;&#10;Prompt Text:&#10;&#10;Explain the else if statement as a way to evaluate multiple conditions sequentially.&#10;Clarify that conditions are checked from top to bottom, and only the first true condition is executed.&#10;Emphasize the importance of ordering conditions correctly.&#10;&#10;Key Ideas:&#10;&#10;Sequential evaluation&#10;&#10;First match wins&#10;&#10;Logical ordering matters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 Is switch?&#10;&#10;Prompt Text:&#10;&#10;Introduce the switch statement as a control flow structure used to compare a single variable against multiple possible values.&#10;Explain that switch improves readability when dealing with many fixed options.&#10;Clarify that it is often an alternative to long if / else if chains.&#10;&#10;Key Ideas:&#10;&#10;One variable&#10;&#10;Multiple known cases&#10;&#10;Cleaner structure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w switch Works Conceptually&#10;&#10;Prompt Text:&#10;&#10;Explain how the switch statement evaluates an expression once and then matches it against different case values.&#10;Describe the role of case, break, and default.&#10;Emphasize that break prevents execution from continuing into other cases.&#10;&#10;Key Concepts:&#10;&#10;case&#10;&#10;break&#10;&#10;default (fallback option)&#10;&#10;Suggested Visual:&#10;&#10;Switch hub → Multiple labeled exits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n to Use switch vs if/else&#10;&#10;Prompt Text:&#10;&#10;Compare switch and if / else conceptually.&#10;Explain that switch is best suited for discrete, known values, while if / else is more flexible for complex conditions.&#10;Encourage choosing the structure that improves clarity and maintainability.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y Do We Need Loops?&#10;&#10;Prompt Text:&#10;&#10;Explain the concept of loops as a way to execute the same block of code multiple times.&#10;Emphasize that loops reduce repetition, improve maintainability, and allow programs to scale efficiently.&#10;Use a real-life analogy such as repeating a task until it is completed.&#10;&#10;Key Ideas:&#10;&#10;Automation&#10;&#10;Repetition&#10;&#10;Efficiency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le Loop – Condition-Based Repetition&#10;&#10;Prompt Text:&#10;&#10;Explain the while loop as a loop that runs as long as a condition remains true.&#10;Emphasize that the condition is checked before each iteration.&#10;Warn about the risk of infinite loops if the condition never becomes false.&#10;&#10;Key Ideas:&#10;&#10;Unknown number of iterations&#10;&#10;Condition-first evaluation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-in Loop – Iterating Over Collections&#10;&#10;Prompt Text:&#10;&#10;Explain the for-in loop as a simplified way to iterate over collections such as lists and sets.&#10;Emphasize that it improves readability and reduces errors compared to index-based loops.&#10;Highlight its importance when working with data structures in real applications.&#10;&#10;Key Ideas:&#10;&#10;Collection-based iteration&#10;&#10;Clean and readable syntax"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oosing the Right Loop&#10;&#10;Prompt Text:&#10;&#10;Explain how choosing the correct loop structure improves code clarity and performance.&#10;Compare for, while, and for-in in terms of use cases and readability.&#10;Encourage developers to think about intent before selecting a loop type."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trol Flow in Real Applications&#10;&#10;Prompt Text:&#10;&#10;Explain how control flow structures are used in real Flutter applications.&#10;Mention examples such as user authentication, form validation, API response handling, and UI state changes.&#10;Reinforce that mastering control flow is essential for writing professional Dart and Flutter code."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