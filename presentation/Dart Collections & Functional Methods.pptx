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3ddf5de3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3ddf5de3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3ddf5de3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3ddf5de3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3ddf5de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3ddf5de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3ddf5de3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3ddf5de3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3ddf5de3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3ddf5de3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3ddf5de3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3ddf5de3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3ddf5de3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3ddf5de3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3ddf5de3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3ddf5de3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3ddf5de3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3ddf5de3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3ddf5de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3ddf5de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922385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922385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e922385d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e922385d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922385d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e922385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922385d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e922385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922385d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e922385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e922385d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e922385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e922385d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e922385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e922385d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e922385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e922385d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e922385d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e922385d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e922385d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29" r="19" t="0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rt Collections &amp; Functional Methods in Dart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rt Collections &amp; Functional Methods in Dart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rt Collections &amp; Functional Methods in Dart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rt Collections &amp; Functional Methods in Dart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ypes of Collections in Dart&#10; Prompt&#10;&#10;Core Collection Types in Dart&#10;&#10; Talking Points&#10;&#10;Dart offers three primary collection types:&#10;&#10;List → Ordered collection&#10;&#10;Set → Unique collection&#10;&#10;Map → Key–Value collection&#10;&#10;Each collection serves a specific purpose depending on:&#10;&#10;Order&#10;&#10;Uniqueness&#10;&#10;Data relationships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LIST&#10; List Collection&#10; Prompt&#10;&#10;List: Ordered and Indexed Data&#10;&#10;Talking Points&#10;&#10;A List stores elements in a specific order.&#10;&#10;Each element has an index (starting from zero).&#10;&#10;Lists allow:&#10;&#10;Duplicate values&#10;&#10;Dynamic resizing&#10;&#10; Use Cases&#10;&#10;Students list&#10;&#10;Products catalog&#10;&#10;Messages or notifications&#10;&#10; Emphasis&#10;&#10;Lists are the most commonly used collection in Flutter app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ist Characteristics&#10;Prompt&#10;&#10;Key Characteristics of Lists&#10;&#10;Talking Points&#10;&#10;Order matters&#10;&#10;Index-based access&#10;&#10;Supports iteration&#10;&#10;Can be mutable or immutable&#10;&#10; Flutter Connection&#10;&#10;Lists are heavily used with:&#10;&#10;ListView&#10;&#10;GridView&#10;&#10;Dynamic UI generation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SET&#10;Set Collection&#10; Prompt&#10;&#10;Set: Enforcing Uniqueness&#10;&#10; Talking Points&#10;&#10;A Set stores unique values only.&#10;&#10;Duplicate elements are automatically ignored.&#10;&#10;Sets are unordered collections.&#10;&#10; Use Cases&#10;&#10;Unique user IDs&#10;&#10;Tags&#10;&#10;Categories&#10;&#10;Preventing duplicate entries&#10;&#10; Emphasis&#10;&#10;Sets help maintain data integrity.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n to Use Set vs List&#10;Prompt&#10;&#10;List vs Set: Choosing the Right Tool&#10;&#10; Talking Points&#10;&#10;Use List when:&#10;&#10;Order is important&#10;&#10;Duplicates are allowed&#10;&#10;Use Set when:&#10;&#10;Uniqueness is required&#10;&#10;Fast lookup is needed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Map Collection&#10;🎯 Prompt&#10;&#10;Map: Key–Value Data Structure&#10;&#10;🧠 Talking Points&#10;&#10;A Map stores data as:&#10;&#10;Key → Value&#10;&#10;Each key is unique.&#10;&#10;Values can be duplicated.&#10;&#10;🧩 Use Cases&#10;&#10;User profiles&#10;&#10;Configuration settings&#10;&#10;JSON data from APIs&#10;&#10;🔑 Emphasis&#10;&#10;Maps are the foundation of JSON handling in Flutter.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 in Real Applications&#10;Prompt&#10;&#10;Maps in Real-World Flutter Apps&#10;&#10; Talking Points&#10;&#10;API responses are often decoded into Maps.&#10;&#10;Maps allow:&#10;&#10;Fast access by key&#10;&#10;Structured data modeling&#10;&#10;Common in:&#10;&#10;Authentication&#10;&#10;User data&#10;&#10;Settings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NCTIONAL METHODS (VERY IMPORTANT)&#10; Why Functional Methods Matter&#10;Prompt&#10;&#10;Functional Programming in Dart Collections&#10;&#10;Talking Points&#10;&#10;Dart supports functional-style operations on collections.&#10;&#10;These methods:&#10;&#10;Improve readability&#10;&#10;Reduce boilerplate loops&#10;&#10;Encourage immutability&#10;&#10;Emphasis&#10;&#10;Functional methods lead to cleaner and safer code."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p()&#10;map() Method&#10;Prompt&#10;&#10;map(): Transforming Data&#10;&#10;Talking Points&#10;&#10;map() transforms each element into a new value.&#10;&#10;Output collection has:&#10;&#10;Same length&#10;&#10;Different content&#10;&#10;Use Cases&#10;&#10;Converting raw data into models&#10;&#10;Formatting values for UI&#10;&#10;Extracting specific fields&#10;&#10; Mental Model&#10;&#10;&quot;Take every item and reshape it.&quot;"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ere()&#10;where() Method&#10;Prompt&#10;&#10;where(): Filtering Data&#10;&#10;Talking Points&#10;&#10;where() filters elements based on a condition.&#10;&#10;Only elements that satisfy the condition remain.&#10;&#10;Use Cases&#10;&#10;Filtering active users&#10;&#10;Searching students by grade&#10;&#10;Removing invalid data&#10;&#10;Mental Model&#10;&#10;&quot;Keep what matches the rul"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firstWhere()&#10; firstWhere() Method&#10; Prompt&#10;&#10;firstWhere(): Finding a Specific Element&#10;&#10;Talking Points&#10;&#10;Returns the first element that matches a condition.&#10;&#10;Stops searching once found.&#10;&#10; Use Cases&#10;&#10;Find user by ID&#10;&#10;Get student by email&#10;&#10;Search in cached data&#10;&#10; Emphasis&#10;&#10;Should always consider the case when no match exists."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uce()&#10;reduce() Method&#10; Prompt&#10;&#10;reduce(): Combining Values&#10;&#10;Talking Points&#10;&#10;reduce() combines elements into a single value.&#10;&#10;Uses previous result + current element.&#10;&#10;Use Cases&#10;&#10;Summing grades&#10;&#10;Calculating totals&#10;&#10;Merging values&#10;&#10;Mental Model&#10;&#10;&quot;Collapse the list into one result.&quot;"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ld()&#10;fold() Method&#10;Prompt&#10;&#10;fold(): Controlled Reduction&#10;&#10; Talking Points&#10;&#10;Similar to reduce(), but:&#10;&#10;Requires an initial value&#10;&#10;Safer and more flexible.&#10;&#10; Use Cases&#10;&#10;Calculating averages&#10;&#10;Building strings&#10;&#10;Handling empty collections&#10;&#10; Key Difference&#10;&#10;fold() works even if the collection is empty."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ACTICAL EXERCISE&#10; Practical Exercise&#10;Prompt&#10;&#10;Filtering Users / Students Data&#10;&#10; Scenario&#10;&#10;You have a collection of students:&#10;&#10;Name&#10;&#10;Grade&#10;&#10;Status (Active / Inactive)&#10;&#10; Tasks&#10;&#10;Filter active students&#10;&#10;Find a specific student by ID&#10;&#10;Calculate total grades&#10;&#10;Transform data for UI display&#10;&#10; Learning Outcome&#10;&#10;Apply:&#10;&#10;List&#10;&#10;Map&#10;&#10;Functional methods&#10;&#10;Think like a Flutter developer, not just a programmer."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l Takeaway&#10;Prompt&#10;&#10;Why This Matters in Flutter&#10;&#10;Talking Points&#10;&#10;Almost every Flutter screen depends on collections.&#10;&#10;Clean data manipulation leads to:&#10;&#10;Better UI performance&#10;&#10;Easier debugging&#10;&#10;Scalable architecture"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