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fa2a3ede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fa2a3ede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fa2a3ede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fa2a3ede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fa2a3ede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fa2a3ede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fa2a3ede2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fa2a3ede2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a2a3ede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fa2a3ede2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a2a3ede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fa2a3ede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a2a3ede2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fa2a3ede2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fa2a3ede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fa2a3ede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a2a3ede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a2a3ede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fa2a3ede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fa2a3ede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fa2a3ede2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fa2a3ede2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a2a3ede2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fa2a3ede2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fa2a3ede2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fa2a3ede2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a2a3ede2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fa2a3ede2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69" r="59"/>
          <a:stretch/>
        </p:blipFill>
        <p:spPr>
          <a:xfrm>
            <a:off x="-35700" y="0"/>
            <a:ext cx="9210675" cy="51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Create a lecture slide explaining “What is a Function in Programming”.&#10;&#10;Explain the concept in a purely conceptual way, suitable for beginners.&#10;&#10;Focus on:&#10;&#10;A function as a named block of logic&#10;&#10;Performing a specific task&#10;&#10;The idea of behavior vs data&#10;&#10;Use a real-life analogy, such as a machine that takes input, processes it, and produces output.&#10;&#10;End the slide with a clear mental model that emphasizes that a function represents behavior, not data.&#10;&#10;Use concise bullet points and academic but simple language.&#10;&#10;2️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Generate a lecture slide answering the question:&#10;“Why are functions essential in Dart and Flutter?”&#10;&#10;Contrast two scenarios:&#10;&#10;Programs without functions&#10;&#10;Programs structured using functions&#10;&#10;Emphasize:&#10;&#10;Code organization&#10;&#10;Readability&#10;&#10;Reusability&#10;&#10;Maintainability&#10;&#10;Include real Flutter-related contexts such as:&#10;&#10;Business logic&#10;&#10;API calls&#10;&#10;Validation&#10;&#10;Calculations&#10;&#10;The tone should highlight functions as a necessity, not a luxury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Create a conceptual slide explaining what it means to define a function.&#10;&#10;Cover the idea that defining a function involves:&#10;&#10;Giving it a name&#10;&#10;Describing its responsibility&#10;&#10;Specifying inputs&#10;&#10;Specifying outputs&#10;&#10;Avoid syntax and code examples.&#10;&#10;End with a strong insight explaining that:&#10;Defining a function describes what should happen, not when it should happen.&#10;&#10;4️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Create a lecture slide titled “Inputs and Outputs in Functions”.&#10;&#10;Explain how a function communicates with the outside world using:&#10;&#10;Parameters (inputs)&#10;&#10;Return values (outputs)&#10;&#10;Discuss different possibilities:&#10;&#10;Input with output&#10;&#10;Input without output&#10;&#10;Output without input&#10;&#10;Neither&#10;&#10;Use a question–answer mental model:&#10;&#10;Parameters are questions&#10;&#10;Return values are answers&#10;&#10;Keep the explanation intuitive and beginner-friendly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Generate a conceptual slide explaining Arrow Functions in Dart.&#10;&#10;Focus on:&#10;&#10;Why arrow functions exist&#10;&#10;Their role as concise alternatives to normal functions&#10;&#10;Their use in simple, clear logic&#10;&#10;Emphasize readability and functional-style thinking.&#10;&#10;End with a strong idea that arrow functions highlight what is returned, not how it is implemented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Create a slide discussing when arrow functions are a good design choice.&#10;&#10;Clearly explain:&#10;&#10;Appropriate use cases&#10;&#10;Situations where arrow functions should be avoided&#10;&#10;Frame the explanation as a design decision, not a syntax rule.&#10;&#10;End with a design principle stating that:&#10;If a function needs explanation, arrow syntax is not the right choic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Why do some function parameters need to be optional?&#10;&#10;Conceptual Explanation:&#10;&#10;Optional parameters allow flexibility&#10;&#10;Not every function call needs the same data every time&#10;&#10;They prevent:&#10;&#10;Overloading&#10;&#10;Creating multiple similar functions&#10;&#10;Real-Life Analogy:&#10;&#10;Ordering coffee:&#10;&#10;Size is required&#10;&#10;Sugar level is optiona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descr="Prompt:&#10;👉 How does Dart conceptually handle optional parameters?&#10;&#10;Key Ideas:&#10;&#10;Optional parameters:&#10;&#10;May or may not be provided&#10;&#10;Often have default values&#10;&#10;Dart forces you to think about null safety&#10;&#10;This makes your code:&#10;&#10;Safer&#10;&#10;More predictable&#10;&#10;Strong Insight:&#10;&#10;Optional does not mean careless — it means controlled flexibil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descr="Prompt:&#10;👉 What are Named Parameters and why are they powerful?&#10;&#10;Conceptual Explanation:&#10;&#10;Named parameters improve:&#10;&#10;Readability&#10;&#10;Self-documentation&#10;&#10;Instead of relying on parameter order:&#10;&#10;You rely on parameter meaning&#10;&#10;Mental Model:&#10;&#10;Named parameters turn function calls into readable sentence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descr="Required vs Optional Named Parameters&#10;&#10;Prompt:&#10;👉 Can named parameters be mandatory?&#10;&#10;Core Ideas:&#10;&#10;Dart allows:&#10;&#10;Required named parameters&#10;&#10;Optional named parameters&#10;&#10;This gives full control over:&#10;&#10;API design&#10;&#10;Function contracts&#10;&#10;Key Insight:&#10;&#10;A well-designed function makes misuse impossibl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 descr="How can we model a calculator using functions?&#10;&#10;Guiding Questions:&#10;&#10;What operations should be functions?&#10;&#10;What are the inputs?&#10;&#10;What is the output?&#10;&#10;Which parameters should be optional?&#10;&#10;Which functions can be arrow functions?&#10;&#10;Thinking Goal:&#10;&#10;Break a real-world tool into reusable behavior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 descr="How can functions represent student-related actions?&#10;&#10;Guiding Questions:&#10;&#10;What actions can we perform on a student?&#10;&#10;Which data is mandatory?&#10;&#10;Which data can be optional?&#10;&#10;How do named parameters improve clarity?&#10;&#10;Thinking Goal:&#10;&#10;Functions represent actions, not objects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descr="What does mastering functions really mean?&#10;&#10;Power Statement:&#10;&#10;If you understand functions deeply,&#10;you understand how programs think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Ibrahim Mosaad</cp:lastModifiedBy>
  <cp:revision>1</cp:revision>
  <dcterms:modified xsi:type="dcterms:W3CDTF">2026-01-27T20:52:29Z</dcterms:modified>
</cp:coreProperties>
</file>